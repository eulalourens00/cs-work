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5202662" val="1068" revOS="4"/>
      <pr:smFileRevision xmlns:pr="smNativeData" xmlns="smNativeData" dt="1775202662" val="101"/>
      <pr:guideOptions xmlns:pr="smNativeData" xmlns="smNativeData" dt="1775202662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9" d="100"/>
          <a:sy n="99" d="100"/>
        </p:scale>
        <p:origin x="900" y="211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Objects="1" showGuides="1">
      <p:cViewPr>
        <p:scale>
          <a:sx n="99" d="100"/>
          <a:sy n="99" d="100"/>
        </p:scale>
        <p:origin x="900" y="211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9E3D-738E-2068-C0CD-853DD08336D0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E8FA-B48E-201E-C0CD-424BA683361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A859-178E-205E-C0CD-E10BE68336B4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C80D-438E-203E-C0CD-B56B868336E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8C09-478E-207A-C0CD-B12FC28336E4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F25C-128E-2004-C0CD-E451BC8336B1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A7DF-918E-2051-C0CD-6704E9833632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FF2E-608E-2009-C0CD-965CB18336C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894D-038E-207F-C0CD-F52AC78336A0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DD1D-538E-202B-C0CD-A57E938336F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B578-368E-2043-C0CD-C016FB833695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E8C6-888E-201E-C0CD-7E4BA683362B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C43F-718E-2032-C0CD-87678A8336D2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E009-478E-2016-C0CD-B143AE8336E4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8AE8-A68E-207C-C0CD-5029C4833605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A7E8-A68E-2051-C0CD-5004E9833605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9656-188E-2060-C0CD-EE35D88336BB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F931-7F8E-200F-C0CD-895AB78336DC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8F30-7E8E-2079-C0CD-882CC18336DD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B21E-508E-2044-C0CD-A611FC8336F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375D7E1-AF8E-2021-C0CD-59749983360C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375EF30-7E8E-2019-C0CD-884CA18336DD}" type="slidenum">
              <a:t/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Оформление по умолчан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63759AD3-9D8E-206C-C0CD-6B39D483363E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63759CCB-858E-206A-C0CD-733FD2833626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/>
            <a:r>
              <a:t>Учебная практика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AAAAAAmAAAACAAAAAE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pPr/>
            <a:r>
              <a:t>Система управления (не)жилыми объектамим</a:t>
            </a:r>
          </a:p>
          <a:p>
            <a:pPr>
              <a:defRPr sz="1800" cap="none"/>
            </a:pPr>
            <a:r>
              <a:t>Выполнили: Батурина М., Кочетова А., Паньшин 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nHP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Задачи и Диаграмма базы данных</a:t>
            </a:r>
          </a:p>
        </p:txBody>
      </p:sp>
      <p:sp>
        <p:nvSpPr>
          <p:cNvPr id="3" name="Текстовое поле1"/>
          <p:cNvSpPr txBox="1">
            <a:extLst>
              <a:ext uri="smNativeData">
                <pr:smNativeData xmlns:pr="smNativeData" xmlns="smNativeData" val="SMDATA_15_ZnHP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F4b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iAMAAFwMAACMIQAA3CIAABAgAAAmAAAACAAAAP//////////"/>
              </a:ext>
            </a:extLst>
          </p:cNvSpPr>
          <p:nvPr/>
        </p:nvSpPr>
        <p:spPr>
          <a:xfrm>
            <a:off x="574040" y="2009140"/>
            <a:ext cx="4879340" cy="3657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/>
            </a:pPr>
            <a:r>
              <a:t>Область применения</a:t>
            </a:r>
          </a:p>
          <a:p>
            <a:pPr>
              <a:defRPr b="1" cap="none"/>
            </a:pPr>
            <a:r>
              <a:rPr b="0" cap="none"/>
              <a:t>Программа предназначена для интеграции в закрытую внутреннюю систему организации с целью:</a:t>
            </a:r>
            <a:endParaRPr b="0" cap="none"/>
          </a:p>
          <a:p>
            <a:pPr>
              <a:buFont typeface="Wingdings" pitchFamily="2" charset="2"/>
              <a:buChar char=""/>
            </a:pPr>
            <a:r>
              <a:t> ведения карточек объектов недвижимости (или иных материальных объектов);</a:t>
            </a:r>
          </a:p>
          <a:p>
            <a:pPr>
              <a:buFont typeface="Wingdings" pitchFamily="2" charset="2"/>
              <a:buChar char=""/>
            </a:pPr>
            <a:r>
              <a:t> гибкой настройки атрибутов объектов по разделам;</a:t>
            </a:r>
          </a:p>
          <a:p>
            <a:pPr>
              <a:buFont typeface="Wingdings" pitchFamily="2" charset="2"/>
              <a:buChar char=""/>
            </a:pPr>
            <a:r>
              <a:t> разграничения прав пользователей (сотрудник / администратор);</a:t>
            </a:r>
          </a:p>
          <a:p>
            <a:pPr>
              <a:buFont typeface="Wingdings" pitchFamily="2" charset="2"/>
              <a:buChar char=""/>
            </a:pPr>
            <a:r>
              <a:t> загрузки и выгрузки объектов в формате XML;</a:t>
            </a:r>
          </a:p>
          <a:p>
            <a:pPr>
              <a:buFont typeface="Wingdings" pitchFamily="2" charset="2"/>
              <a:buChar char=""/>
            </a:pPr>
            <a:r>
              <a:t> управления задачами и документацией.</a:t>
            </a:r>
          </a:p>
          <a:p>
            <a:p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BwmAACPCQAAEUcAALo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1553845"/>
            <a:ext cx="5357495" cy="49041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1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FMBAACfBgAAeyQAAOMc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" y="1076325"/>
            <a:ext cx="5715000" cy="3619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Изображение2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yAGU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EknAACKEgAAcUoAADg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386195" y="3013710"/>
            <a:ext cx="5715000" cy="35242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Текстовое поле1"/>
          <p:cNvSpPr txBox="1">
            <a:extLst>
              <a:ext uri="smNativeData">
                <pr:smNativeData xmlns:pr="smNativeData" xmlns="smNativeData" val="SMDATA_15_ZnHP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J8G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XhsAAKsBAADoLQAATAUAABAAAAAmAAAACAAAAP//////////"/>
              </a:ext>
            </a:extLst>
          </p:cNvSpPr>
          <p:nvPr/>
        </p:nvSpPr>
        <p:spPr>
          <a:xfrm>
            <a:off x="4448810" y="271145"/>
            <a:ext cx="3013710" cy="5899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2800" cap="none"/>
            </a:pPr>
            <a:r>
              <a:t>Ключевые модули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1"/>
          <p:cNvSpPr txBox="1">
            <a:extLst>
              <a:ext uri="smNativeData">
                <pr:smNativeData xmlns:pr="smNativeData" xmlns="smNativeData" val="SMDATA_15_ZnHP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J8G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jcAAFgAAAAoSgAA+QMAABAAAAAmAAAACAAAAP//////////"/>
              </a:ext>
            </a:extLst>
          </p:cNvSpPr>
          <p:nvPr/>
        </p:nvSpPr>
        <p:spPr>
          <a:xfrm>
            <a:off x="9041130" y="55880"/>
            <a:ext cx="3013710" cy="5899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2800" cap="none"/>
            </a:pPr>
            <a:r>
              <a:t>Ключевые модули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kdz48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QBAAA1AgAAEyAAALEo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" y="358775"/>
            <a:ext cx="4926965" cy="62560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Изображение2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AUvI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KMkAACYCgAAnkcAAIIg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55665" y="1722120"/>
            <a:ext cx="5686425" cy="35623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1"/>
          <p:cNvSpPr txBox="1">
            <a:extLst>
              <a:ext uri="smNativeData">
                <pr:smNativeData xmlns:pr="smNativeData" xmlns="smNativeData" val="SMDATA_15_ZnHP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MYQ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dR4AAI0CAAA9PgAAvQUAABAgAAAmAAAACAAAAP//////////"/>
              </a:ext>
            </a:extLst>
          </p:cNvSpPr>
          <p:nvPr/>
        </p:nvSpPr>
        <p:spPr>
          <a:xfrm>
            <a:off x="4951095" y="414655"/>
            <a:ext cx="516636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2800" cap="none"/>
            </a:pPr>
            <a:r>
              <a:t>Результаты тестирования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geG1s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cAAACxAAAAihIAAJwo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4765" y="112395"/>
            <a:ext cx="2988945" cy="648906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Изображение2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L4MAABmFAAAQisAAJw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071370" y="3315970"/>
            <a:ext cx="4960620" cy="32854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3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AUvI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O8pAABOFAAAAUoAAA0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816725" y="3300730"/>
            <a:ext cx="5213350" cy="33724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1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+PGE6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JcAAACXAAAAfSkAAH0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95885"/>
            <a:ext cx="6648450" cy="66484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Текстовое поле1"/>
          <p:cNvSpPr txBox="1">
            <a:extLst>
              <a:ext uri="smNativeData">
                <pr:smNativeData xmlns:pr="smNativeData" xmlns="smNativeData" val="SMDATA_15_ZnHP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kL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6C0AAL0FAABNRQAAtgkAABAAAAAmAAAACAAAAP//////////"/>
              </a:ext>
            </a:extLst>
          </p:cNvSpPr>
          <p:nvPr/>
        </p:nvSpPr>
        <p:spPr>
          <a:xfrm>
            <a:off x="7462520" y="932815"/>
            <a:ext cx="3803015" cy="645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3000" b="1" cap="none"/>
            </a:pPr>
            <a:r>
              <a:t>Спасибо за внимание</a:t>
            </a:r>
          </a:p>
        </p:txBody>
      </p:sp>
      <p:pic>
        <p:nvPicPr>
          <p:cNvPr id="4" name="Изображение2"/>
          <p:cNvPicPr>
            <a:picLocks noChangeAspect="1"/>
            <a:extLst>
              <a:ext uri="smNativeData">
                <pr:smNativeData xmlns:pr="smNativeData" xmlns="smNativeData" val="SMDATA_17_ZnHP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HctAACYDQAAXkYAALo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390765" y="2209800"/>
            <a:ext cx="4048125" cy="42481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kocet</cp:lastModifiedBy>
  <cp:revision>0</cp:revision>
  <dcterms:created xsi:type="dcterms:W3CDTF">2026-04-03T07:27:07Z</dcterms:created>
  <dcterms:modified xsi:type="dcterms:W3CDTF">2026-04-03T07:51:02Z</dcterms:modified>
</cp:coreProperties>
</file>